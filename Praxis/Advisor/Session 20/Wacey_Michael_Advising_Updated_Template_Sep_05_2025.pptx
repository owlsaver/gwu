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59"/>
    <p:restoredTop sz="94668"/>
  </p:normalViewPr>
  <p:slideViewPr>
    <p:cSldViewPr snapToGrid="0" snapToObjects="1">
      <p:cViewPr varScale="1">
        <p:scale>
          <a:sx n="111" d="100"/>
          <a:sy n="111" d="100"/>
        </p:scale>
        <p:origin x="1860" y="96"/>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9/4/2025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9/4/2025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NA</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fontScale="92500"/>
          </a:bodyPr>
          <a:lstStyle/>
          <a:p>
            <a:r>
              <a:rPr lang="en-US" dirty="0"/>
              <a:t>Progress on my project continues:</a:t>
            </a:r>
          </a:p>
          <a:p>
            <a:pPr lvl="1"/>
            <a:r>
              <a:rPr lang="en-US" dirty="0"/>
              <a:t>I have defined large experiments</a:t>
            </a:r>
          </a:p>
          <a:p>
            <a:pPr lvl="1"/>
            <a:r>
              <a:rPr lang="en-US" dirty="0"/>
              <a:t>Defined the </a:t>
            </a:r>
            <a:r>
              <a:rPr lang="en-US" dirty="0" err="1"/>
              <a:t>LangExtract</a:t>
            </a:r>
            <a:r>
              <a:rPr lang="en-US" dirty="0"/>
              <a:t> Process to create the ground truth for the large experiments</a:t>
            </a:r>
          </a:p>
          <a:p>
            <a:pPr lvl="1"/>
            <a:r>
              <a:rPr lang="en-US" dirty="0"/>
              <a:t>Conducted test runs of the large experiments</a:t>
            </a:r>
          </a:p>
          <a:p>
            <a:pPr lvl="1"/>
            <a:r>
              <a:rPr lang="en-US" dirty="0"/>
              <a:t>I increased my </a:t>
            </a:r>
            <a:r>
              <a:rPr lang="en-US" dirty="0" err="1"/>
              <a:t>Colab</a:t>
            </a:r>
            <a:r>
              <a:rPr lang="en-US" dirty="0"/>
              <a:t> from </a:t>
            </a:r>
            <a:r>
              <a:rPr lang="en-US" dirty="0" err="1"/>
              <a:t>Colab</a:t>
            </a:r>
            <a:r>
              <a:rPr lang="en-US" dirty="0"/>
              <a:t> Pro to </a:t>
            </a:r>
            <a:r>
              <a:rPr lang="en-US" dirty="0" err="1"/>
              <a:t>Colab</a:t>
            </a:r>
            <a:r>
              <a:rPr lang="en-US" dirty="0"/>
              <a:t> Pro +</a:t>
            </a:r>
          </a:p>
          <a:p>
            <a:r>
              <a:rPr lang="en-US" dirty="0"/>
              <a:t>Started drafting my Chapter 4</a:t>
            </a:r>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fontScale="77500" lnSpcReduction="20000"/>
          </a:bodyPr>
          <a:lstStyle/>
          <a:p>
            <a:r>
              <a:rPr lang="en-US" dirty="0"/>
              <a:t>To date, none of my large experiments have succeeded</a:t>
            </a:r>
          </a:p>
          <a:p>
            <a:r>
              <a:rPr lang="en-US" dirty="0"/>
              <a:t>Even the </a:t>
            </a:r>
            <a:r>
              <a:rPr lang="en-US" dirty="0" err="1"/>
              <a:t>LangExtract</a:t>
            </a:r>
            <a:r>
              <a:rPr lang="en-US" dirty="0"/>
              <a:t> does not seem to work on the large document</a:t>
            </a:r>
          </a:p>
          <a:p>
            <a:r>
              <a:rPr lang="en-US" dirty="0"/>
              <a:t>Note for now, I am using the 300 page document, not the 3,000 page document</a:t>
            </a:r>
          </a:p>
          <a:p>
            <a:r>
              <a:rPr lang="en-US" dirty="0"/>
              <a:t>Using </a:t>
            </a:r>
            <a:r>
              <a:rPr lang="en-US" dirty="0" err="1"/>
              <a:t>Colab</a:t>
            </a:r>
            <a:r>
              <a:rPr lang="en-US" dirty="0"/>
              <a:t>, Gemini, GPT, and neo4j incur significant costs – this will limit my experiments</a:t>
            </a:r>
          </a:p>
          <a:p>
            <a:endParaRPr lang="en-US" dirty="0"/>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a:bodyPr>
          <a:lstStyle/>
          <a:p>
            <a:r>
              <a:rPr lang="en-US" dirty="0"/>
              <a:t>Determine what experiments I can actually run</a:t>
            </a:r>
          </a:p>
          <a:p>
            <a:r>
              <a:rPr lang="en-US" dirty="0"/>
              <a:t>Run the experiments</a:t>
            </a:r>
          </a:p>
          <a:p>
            <a:r>
              <a:rPr lang="en-US" dirty="0"/>
              <a:t>Complete draft of chapter 4</a:t>
            </a:r>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8585</TotalTime>
  <Words>3612</Words>
  <Application>Microsoft Office PowerPoint</Application>
  <PresentationFormat>On-screen Show (4:3)</PresentationFormat>
  <Paragraphs>518</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Michael</cp:lastModifiedBy>
  <cp:revision>278</cp:revision>
  <dcterms:created xsi:type="dcterms:W3CDTF">2020-01-15T21:27:56Z</dcterms:created>
  <dcterms:modified xsi:type="dcterms:W3CDTF">2025-09-05T02:50:13Z</dcterms:modified>
  <cp:category/>
</cp:coreProperties>
</file>