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59"/>
    <p:restoredTop sz="94668"/>
  </p:normalViewPr>
  <p:slideViewPr>
    <p:cSldViewPr snapToGrid="0" snapToObjects="1">
      <p:cViewPr varScale="1">
        <p:scale>
          <a:sx n="111" d="100"/>
          <a:sy n="111" d="100"/>
        </p:scale>
        <p:origin x="1860" y="96"/>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10/1/2025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10/1/2025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NA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a:bodyPr>
          <a:lstStyle/>
          <a:p>
            <a:r>
              <a:rPr lang="en-US" dirty="0"/>
              <a:t>I have completed running experiments for now</a:t>
            </a:r>
          </a:p>
          <a:p>
            <a:r>
              <a:rPr lang="en-US" dirty="0"/>
              <a:t>I am focused on drafting all of my Praxis</a:t>
            </a:r>
          </a:p>
          <a:p>
            <a:r>
              <a:rPr lang="en-US" dirty="0"/>
              <a:t>Based on where I am have two thirds of Chapter 4 and Chapter 5 </a:t>
            </a:r>
            <a:r>
              <a:rPr lang="en-US"/>
              <a:t>is complete.</a:t>
            </a:r>
            <a:endParaRPr lang="en-US" dirty="0"/>
          </a:p>
          <a:p>
            <a:r>
              <a:rPr lang="en-US" dirty="0"/>
              <a:t>I am going back and revising chapters 1, 2, and 3 to be consistent</a:t>
            </a:r>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lnSpcReduction="10000"/>
          </a:bodyPr>
          <a:lstStyle/>
          <a:p>
            <a:r>
              <a:rPr lang="en-US" dirty="0"/>
              <a:t>I realized that there were thousands of experiments that I could run</a:t>
            </a:r>
          </a:p>
          <a:p>
            <a:r>
              <a:rPr lang="en-US" dirty="0"/>
              <a:t>It seemed insurmountable</a:t>
            </a:r>
          </a:p>
          <a:p>
            <a:r>
              <a:rPr lang="en-US" dirty="0"/>
              <a:t>By focusing on writing the chapters, I will know the experiments that I will need to complete my Praxis</a:t>
            </a:r>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Two weeks is October 17 but Chapter 4 is due </a:t>
            </a:r>
            <a:r>
              <a:rPr lang="en-US"/>
              <a:t>on October 15 </a:t>
            </a:r>
            <a:r>
              <a:rPr lang="en-US" dirty="0"/>
              <a:t>– so my focus is on getting Chapter </a:t>
            </a:r>
            <a:r>
              <a:rPr lang="en-US"/>
              <a:t>4 complete</a:t>
            </a:r>
            <a:endParaRPr lang="en-US" dirty="0"/>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8603</TotalTime>
  <Words>3600</Words>
  <Application>Microsoft Office PowerPoint</Application>
  <PresentationFormat>On-screen Show (4:3)</PresentationFormat>
  <Paragraphs>513</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cp:lastModifiedBy>
  <cp:revision>281</cp:revision>
  <dcterms:created xsi:type="dcterms:W3CDTF">2020-01-15T21:27:56Z</dcterms:created>
  <dcterms:modified xsi:type="dcterms:W3CDTF">2025-10-02T03:07:08Z</dcterms:modified>
  <cp:category/>
</cp:coreProperties>
</file>