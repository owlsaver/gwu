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4" r:id="rId2"/>
  </p:sldMasterIdLst>
  <p:notesMasterIdLst>
    <p:notesMasterId r:id="rId5"/>
  </p:notesMasterIdLst>
  <p:sldIdLst>
    <p:sldId id="659" r:id="rId3"/>
    <p:sldId id="7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C22"/>
    <a:srgbClr val="FFC000"/>
    <a:srgbClr val="505046"/>
    <a:srgbClr val="B22600"/>
    <a:srgbClr val="70AD47"/>
    <a:srgbClr val="4472C4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9"/>
    <p:restoredTop sz="94668"/>
  </p:normalViewPr>
  <p:slideViewPr>
    <p:cSldViewPr snapToGrid="0" snapToObjects="1">
      <p:cViewPr varScale="1">
        <p:scale>
          <a:sx n="111" d="100"/>
          <a:sy n="111" d="100"/>
        </p:scale>
        <p:origin x="18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F2B60-A650-A240-9969-3833CC7E6942}" type="datetimeFigureOut">
              <a:rPr lang="en-US" smtClean="0"/>
              <a:t>5/8/2025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EB8F1-786E-1E4C-8521-6592BFBA63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86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s-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60379" y="601091"/>
            <a:ext cx="4301269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379" y="3137687"/>
            <a:ext cx="4301269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4882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99248" y="1861441"/>
            <a:ext cx="7745505" cy="31702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0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6147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90041" y="1204857"/>
            <a:ext cx="7754713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99248" y="3324433"/>
            <a:ext cx="7734747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0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1845482"/>
            <a:ext cx="3803904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1845482"/>
            <a:ext cx="3803904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399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8491" y="1783601"/>
            <a:ext cx="3621929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688489" y="2622290"/>
            <a:ext cx="3621931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5879" y="1783601"/>
            <a:ext cx="3663716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/>
          </p:nvPr>
        </p:nvSpPr>
        <p:spPr>
          <a:xfrm>
            <a:off x="4785878" y="2619063"/>
            <a:ext cx="3658875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925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92003" y="559401"/>
            <a:ext cx="3580882" cy="441401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algn="l">
              <a:defRPr sz="2000">
                <a:latin typeface="Arial"/>
                <a:cs typeface="Arial"/>
              </a:defRPr>
            </a:lvl2pPr>
            <a:lvl3pPr algn="l">
              <a:defRPr sz="2000">
                <a:latin typeface="Arial"/>
                <a:cs typeface="Arial"/>
              </a:defRPr>
            </a:lvl3pPr>
            <a:lvl4pPr algn="l">
              <a:defRPr sz="2000">
                <a:latin typeface="Arial"/>
                <a:cs typeface="Arial"/>
              </a:defRPr>
            </a:lvl4pPr>
            <a:lvl5pPr algn="l">
              <a:defRPr sz="20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9813" y="562026"/>
            <a:ext cx="3580882" cy="44140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951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 rot="344365">
            <a:off x="773476" y="536674"/>
            <a:ext cx="7578326" cy="3491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90" y="4486019"/>
            <a:ext cx="7756264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766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-General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2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ustom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blueonephot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378" y="3137687"/>
            <a:ext cx="3658798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subtitle style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60379" y="601091"/>
            <a:ext cx="4480563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954870" y="0"/>
            <a:ext cx="7201580" cy="6858000"/>
          </a:xfrm>
          <a:custGeom>
            <a:avLst/>
            <a:gdLst>
              <a:gd name="connsiteX0" fmla="*/ 0 w 7201580"/>
              <a:gd name="connsiteY0" fmla="*/ 0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0 w 7201580"/>
              <a:gd name="connsiteY4" fmla="*/ 0 h 6858000"/>
              <a:gd name="connsiteX0" fmla="*/ 5050118 w 7201580"/>
              <a:gd name="connsiteY0" fmla="*/ 74706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50118 w 7201580"/>
              <a:gd name="connsiteY4" fmla="*/ 74706 h 6858000"/>
              <a:gd name="connsiteX0" fmla="*/ 5020236 w 7201580"/>
              <a:gd name="connsiteY0" fmla="*/ 29883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29883 h 6858000"/>
              <a:gd name="connsiteX0" fmla="*/ 5020236 w 7201580"/>
              <a:gd name="connsiteY0" fmla="*/ 14941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149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1580" h="6858000">
                <a:moveTo>
                  <a:pt x="5020236" y="14941"/>
                </a:moveTo>
                <a:lnTo>
                  <a:pt x="7201580" y="0"/>
                </a:lnTo>
                <a:lnTo>
                  <a:pt x="7201580" y="6858000"/>
                </a:lnTo>
                <a:lnTo>
                  <a:pt x="0" y="6858000"/>
                </a:lnTo>
                <a:lnTo>
                  <a:pt x="5020236" y="14941"/>
                </a:lnTo>
                <a:close/>
              </a:path>
            </a:pathLst>
          </a:custGeom>
        </p:spPr>
        <p:txBody>
          <a:bodyPr vert="horz" anchor="ctr"/>
          <a:lstStyle>
            <a:lvl1pPr algn="r">
              <a:lnSpc>
                <a:spcPct val="100000"/>
              </a:lnSpc>
              <a:defRPr sz="2000">
                <a:solidFill>
                  <a:srgbClr val="ECE9C6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Drag picture to placeholder </a:t>
            </a:r>
            <a:br>
              <a:rPr lang="en-US" dirty="0"/>
            </a:br>
            <a:r>
              <a:rPr lang="en-US" dirty="0"/>
              <a:t>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89178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970E22F-9224-064A-A271-69E5FEEF61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488C0E-02BE-5C49-A846-3FF4F3CAA0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650" y="1825625"/>
            <a:ext cx="7886700" cy="3474508"/>
          </a:xfrm>
          <a:prstGeom prst="rect">
            <a:avLst/>
          </a:prstGeom>
        </p:spPr>
        <p:txBody>
          <a:bodyPr/>
          <a:lstStyle>
            <a:lvl1pPr marL="68580" indent="0">
              <a:buNone/>
              <a:defRPr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EEDCBAB3-98DE-EC4A-8C36-31C335D49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753" y="503617"/>
            <a:ext cx="7874597" cy="1054250"/>
          </a:xfrm>
          <a:prstGeom prst="rect">
            <a:avLst/>
          </a:prstGeom>
        </p:spPr>
        <p:txBody>
          <a:bodyPr/>
          <a:lstStyle>
            <a:lvl1pPr algn="l">
              <a:defRPr sz="3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1569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s-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60379" y="601091"/>
            <a:ext cx="4301269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379" y="3137687"/>
            <a:ext cx="4301269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rgbClr val="ECE9C6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49556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99248" y="1264358"/>
            <a:ext cx="7745505" cy="40075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0"/>
          <p:cNvSpPr>
            <a:spLocks noGrp="1"/>
          </p:cNvSpPr>
          <p:nvPr>
            <p:ph type="title"/>
          </p:nvPr>
        </p:nvSpPr>
        <p:spPr>
          <a:xfrm>
            <a:off x="688490" y="366958"/>
            <a:ext cx="7756263" cy="73935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427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90041" y="1204857"/>
            <a:ext cx="7754713" cy="1910716"/>
          </a:xfrm>
          <a:prstGeom prst="rect">
            <a:avLst/>
          </a:prstGeom>
        </p:spPr>
        <p:txBody>
          <a:bodyPr anchor="b"/>
          <a:lstStyle>
            <a:lvl1pPr algn="ctr">
              <a:defRPr sz="5400" b="1" cap="none" baseline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99248" y="3324433"/>
            <a:ext cx="7734747" cy="150018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8425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1845482"/>
            <a:ext cx="3803904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1845482"/>
            <a:ext cx="3803904" cy="34344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5936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/>
          <a:lstStyle>
            <a:lvl1pPr>
              <a:defRPr sz="4300" b="1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8491" y="1783601"/>
            <a:ext cx="3621929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688489" y="2622290"/>
            <a:ext cx="3621931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5879" y="1783601"/>
            <a:ext cx="3663716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500" b="1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/>
          </p:nvPr>
        </p:nvSpPr>
        <p:spPr>
          <a:xfrm>
            <a:off x="4785878" y="2619063"/>
            <a:ext cx="3658875" cy="25951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812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92003" y="559401"/>
            <a:ext cx="3580882" cy="441401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algn="l">
              <a:defRPr sz="2000">
                <a:latin typeface="Arial"/>
                <a:cs typeface="Arial"/>
              </a:defRPr>
            </a:lvl2pPr>
            <a:lvl3pPr algn="l">
              <a:defRPr sz="2000">
                <a:latin typeface="Arial"/>
                <a:cs typeface="Arial"/>
              </a:defRPr>
            </a:lvl3pPr>
            <a:lvl4pPr algn="l">
              <a:defRPr sz="2000">
                <a:latin typeface="Arial"/>
                <a:cs typeface="Arial"/>
              </a:defRPr>
            </a:lvl4pPr>
            <a:lvl5pPr algn="l">
              <a:defRPr sz="2000">
                <a:latin typeface="Arial"/>
                <a:cs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9813" y="562026"/>
            <a:ext cx="3580882" cy="441401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888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 rot="344365">
            <a:off x="773476" y="536674"/>
            <a:ext cx="7578326" cy="3491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90" y="4486019"/>
            <a:ext cx="7756264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rgbClr val="595959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096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-General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42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ustom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blueonephoto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378" y="3137687"/>
            <a:ext cx="3658798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subtitle style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60379" y="601091"/>
            <a:ext cx="4480563" cy="2305339"/>
          </a:xfrm>
          <a:prstGeom prst="rect">
            <a:avLst/>
          </a:prstGeom>
        </p:spPr>
        <p:txBody>
          <a:bodyPr anchor="b"/>
          <a:lstStyle>
            <a:lvl1pPr algn="l">
              <a:defRPr sz="40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954870" y="0"/>
            <a:ext cx="7201580" cy="6858000"/>
          </a:xfrm>
          <a:custGeom>
            <a:avLst/>
            <a:gdLst>
              <a:gd name="connsiteX0" fmla="*/ 0 w 7201580"/>
              <a:gd name="connsiteY0" fmla="*/ 0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0 w 7201580"/>
              <a:gd name="connsiteY4" fmla="*/ 0 h 6858000"/>
              <a:gd name="connsiteX0" fmla="*/ 5050118 w 7201580"/>
              <a:gd name="connsiteY0" fmla="*/ 74706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50118 w 7201580"/>
              <a:gd name="connsiteY4" fmla="*/ 74706 h 6858000"/>
              <a:gd name="connsiteX0" fmla="*/ 5020236 w 7201580"/>
              <a:gd name="connsiteY0" fmla="*/ 29883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29883 h 6858000"/>
              <a:gd name="connsiteX0" fmla="*/ 5020236 w 7201580"/>
              <a:gd name="connsiteY0" fmla="*/ 14941 h 6858000"/>
              <a:gd name="connsiteX1" fmla="*/ 7201580 w 7201580"/>
              <a:gd name="connsiteY1" fmla="*/ 0 h 6858000"/>
              <a:gd name="connsiteX2" fmla="*/ 7201580 w 7201580"/>
              <a:gd name="connsiteY2" fmla="*/ 6858000 h 6858000"/>
              <a:gd name="connsiteX3" fmla="*/ 0 w 7201580"/>
              <a:gd name="connsiteY3" fmla="*/ 6858000 h 6858000"/>
              <a:gd name="connsiteX4" fmla="*/ 5020236 w 7201580"/>
              <a:gd name="connsiteY4" fmla="*/ 149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01580" h="6858000">
                <a:moveTo>
                  <a:pt x="5020236" y="14941"/>
                </a:moveTo>
                <a:lnTo>
                  <a:pt x="7201580" y="0"/>
                </a:lnTo>
                <a:lnTo>
                  <a:pt x="7201580" y="6858000"/>
                </a:lnTo>
                <a:lnTo>
                  <a:pt x="0" y="6858000"/>
                </a:lnTo>
                <a:lnTo>
                  <a:pt x="5020236" y="14941"/>
                </a:lnTo>
                <a:close/>
              </a:path>
            </a:pathLst>
          </a:custGeom>
        </p:spPr>
        <p:txBody>
          <a:bodyPr vert="horz" anchor="ctr"/>
          <a:lstStyle>
            <a:lvl1pPr algn="r">
              <a:lnSpc>
                <a:spcPct val="100000"/>
              </a:lnSpc>
              <a:defRPr sz="2000">
                <a:solidFill>
                  <a:srgbClr val="ECE9C6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Drag picture to placeholder </a:t>
            </a:r>
            <a:br>
              <a:rPr lang="en-US" dirty="0"/>
            </a:br>
            <a:r>
              <a:rPr lang="en-US" dirty="0"/>
              <a:t>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54926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-General11.jpg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7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704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-General11.jp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6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6623" y="2197355"/>
            <a:ext cx="6533354" cy="1535374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dirty="0">
                <a:latin typeface="Arial" charset="0"/>
                <a:ea typeface="ＭＳ Ｐゴシック" charset="0"/>
              </a:rPr>
              <a:t>Using Large Language Models to Convert Documents to Knowledge Graphs to Check for Completeness and Consistency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6621" y="3732729"/>
            <a:ext cx="4058106" cy="17526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Michael </a:t>
            </a:r>
            <a:r>
              <a:rPr lang="en-US" sz="2400">
                <a:latin typeface="Arial" charset="0"/>
                <a:ea typeface="ＭＳ Ｐゴシック" charset="0"/>
              </a:rPr>
              <a:t>Wacey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sp>
        <p:nvSpPr>
          <p:cNvPr id="15365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4"/>
            <a:ext cx="21336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D932FA0-379F-A34C-A330-38314102EBC0}" type="slidenum">
              <a:rPr lang="en-US" sz="1400">
                <a:solidFill>
                  <a:prstClr val="black"/>
                </a:solidFill>
              </a:rPr>
              <a:pPr/>
              <a:t>1</a:t>
            </a:fld>
            <a:endParaRPr 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242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5732-81B7-BE29-EE9C-FB5384D23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59C7529-A844-4F62-A234-EBB68F21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51" y="209176"/>
            <a:ext cx="8583283" cy="7906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Praxis Health Check</a:t>
            </a:r>
            <a:br>
              <a:rPr lang="en-US" dirty="0"/>
            </a:br>
            <a:r>
              <a:rPr lang="en-US" dirty="0"/>
              <a:t>May 9, 2025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E20899-A935-3DF0-E6A9-06F2DE656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461579"/>
              </p:ext>
            </p:extLst>
          </p:nvPr>
        </p:nvGraphicFramePr>
        <p:xfrm>
          <a:off x="310550" y="1155460"/>
          <a:ext cx="8583284" cy="464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821">
                  <a:extLst>
                    <a:ext uri="{9D8B030D-6E8A-4147-A177-3AD203B41FA5}">
                      <a16:colId xmlns:a16="http://schemas.microsoft.com/office/drawing/2014/main" val="3972489911"/>
                    </a:ext>
                  </a:extLst>
                </a:gridCol>
                <a:gridCol w="2145821">
                  <a:extLst>
                    <a:ext uri="{9D8B030D-6E8A-4147-A177-3AD203B41FA5}">
                      <a16:colId xmlns:a16="http://schemas.microsoft.com/office/drawing/2014/main" val="1388988263"/>
                    </a:ext>
                  </a:extLst>
                </a:gridCol>
                <a:gridCol w="2145821">
                  <a:extLst>
                    <a:ext uri="{9D8B030D-6E8A-4147-A177-3AD203B41FA5}">
                      <a16:colId xmlns:a16="http://schemas.microsoft.com/office/drawing/2014/main" val="2189392045"/>
                    </a:ext>
                  </a:extLst>
                </a:gridCol>
                <a:gridCol w="2145821">
                  <a:extLst>
                    <a:ext uri="{9D8B030D-6E8A-4147-A177-3AD203B41FA5}">
                      <a16:colId xmlns:a16="http://schemas.microsoft.com/office/drawing/2014/main" val="3293182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94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Overall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 TRACK</a:t>
                      </a:r>
                    </a:p>
                    <a:p>
                      <a:r>
                        <a:rPr lang="en-US" sz="1400" dirty="0"/>
                        <a:t>Almost complete. I will just need to update it as I complete the paper.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 TRACK</a:t>
                      </a:r>
                    </a:p>
                    <a:p>
                      <a:r>
                        <a:rPr lang="en-US" sz="1400" dirty="0"/>
                        <a:t>Writing is going well, and I can keep on track.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 TRACK</a:t>
                      </a:r>
                    </a:p>
                    <a:p>
                      <a:r>
                        <a:rPr lang="en-US" sz="1400" dirty="0"/>
                        <a:t>Most of what I set out to do is done. I need to integrate some Hyperparameters for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613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Issues Encountered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Newer topics are not widespread in peer reviewed journals. When a paper is published, I have switched to the peer </a:t>
                      </a:r>
                      <a:r>
                        <a:rPr lang="en-US" sz="1400"/>
                        <a:t>reviewed version </a:t>
                      </a:r>
                      <a:r>
                        <a:rPr lang="en-US" sz="1400" dirty="0"/>
                        <a:t>as a source.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Learning Overleaf and the template. Integration between RefWorks and Overleaf.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Nothing I have done so far makes nice charts and graphs. Orange may help with this.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Percent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085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Anticipated Roadblocks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 will continue to have issues with </a:t>
                      </a:r>
                      <a:r>
                        <a:rPr lang="en-US" sz="1400" dirty="0" err="1"/>
                        <a:t>arXiv</a:t>
                      </a:r>
                      <a:r>
                        <a:rPr lang="en-US" sz="1400" dirty="0"/>
                        <a:t> sources.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Making the agreed scope of my paper clear and acceptable.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Showing that my approach is better. It is clearly better than a manual process but that is not numerical.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332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3548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8555</TotalTime>
  <Words>198</Words>
  <Application>Microsoft Office PowerPoint</Application>
  <PresentationFormat>On-screen Show (4:3)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Custom Design</vt:lpstr>
      <vt:lpstr>1_Custom Design</vt:lpstr>
      <vt:lpstr>Using Large Language Models to Convert Documents to Knowledge Graphs to Check for Completeness and Consistency</vt:lpstr>
      <vt:lpstr>Praxis Health Check May 9, 2025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Alsarhan, Hamza</dc:creator>
  <cp:keywords/>
  <dc:description/>
  <cp:lastModifiedBy>Michael</cp:lastModifiedBy>
  <cp:revision>271</cp:revision>
  <dcterms:created xsi:type="dcterms:W3CDTF">2020-01-15T21:27:56Z</dcterms:created>
  <dcterms:modified xsi:type="dcterms:W3CDTF">2025-05-08T18:18:39Z</dcterms:modified>
  <cp:category/>
</cp:coreProperties>
</file>