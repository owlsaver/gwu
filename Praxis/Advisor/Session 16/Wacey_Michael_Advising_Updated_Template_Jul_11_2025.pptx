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59"/>
    <p:restoredTop sz="94668"/>
  </p:normalViewPr>
  <p:slideViewPr>
    <p:cSldViewPr snapToGrid="0" snapToObjects="1">
      <p:cViewPr varScale="1">
        <p:scale>
          <a:sx n="106" d="100"/>
          <a:sy n="106" d="100"/>
        </p:scale>
        <p:origin x="2010" y="114"/>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7/9/2025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7/9/2025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NA</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a:bodyPr>
          <a:lstStyle/>
          <a:p>
            <a:r>
              <a:rPr lang="en-US" dirty="0"/>
              <a:t>Chapters 1, 2, 3 are all complete and updated to be short enough to meet the constraints and address any inconsistencies</a:t>
            </a:r>
          </a:p>
          <a:p>
            <a:r>
              <a:rPr lang="en-US" dirty="0"/>
              <a:t>Delivered Chapter 3</a:t>
            </a:r>
          </a:p>
          <a:p>
            <a:r>
              <a:rPr lang="en-US" dirty="0"/>
              <a:t>Refactored code based on chapter 3</a:t>
            </a:r>
          </a:p>
          <a:p>
            <a:r>
              <a:rPr lang="en-US" dirty="0"/>
              <a:t>Started updates completion of code</a:t>
            </a:r>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lnSpcReduction="10000"/>
          </a:bodyPr>
          <a:lstStyle/>
          <a:p>
            <a:r>
              <a:rPr lang="en-US" dirty="0"/>
              <a:t>Refactoring was important because I had originally written the project in one large program</a:t>
            </a:r>
          </a:p>
          <a:p>
            <a:r>
              <a:rPr lang="en-US" dirty="0"/>
              <a:t>But it took longer than expected</a:t>
            </a:r>
          </a:p>
          <a:p>
            <a:r>
              <a:rPr lang="en-US" dirty="0"/>
              <a:t>I made several simple errors that took a long time to find and resolve</a:t>
            </a:r>
          </a:p>
          <a:p>
            <a:endParaRPr lang="en-US" dirty="0"/>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a:bodyPr>
          <a:lstStyle/>
          <a:p>
            <a:r>
              <a:rPr lang="en-US" dirty="0"/>
              <a:t>Focus on Project</a:t>
            </a:r>
          </a:p>
          <a:p>
            <a:r>
              <a:rPr lang="en-US" dirty="0"/>
              <a:t>Start looking at measurements</a:t>
            </a:r>
          </a:p>
          <a:p>
            <a:endParaRPr lang="en-US" sz="900" dirty="0"/>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8550</TotalTime>
  <Words>3571</Words>
  <Application>Microsoft Office PowerPoint</Application>
  <PresentationFormat>On-screen Show (4:3)</PresentationFormat>
  <Paragraphs>515</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Michael</cp:lastModifiedBy>
  <cp:revision>274</cp:revision>
  <dcterms:created xsi:type="dcterms:W3CDTF">2020-01-15T21:27:56Z</dcterms:created>
  <dcterms:modified xsi:type="dcterms:W3CDTF">2025-07-10T01:55:58Z</dcterms:modified>
  <cp:category/>
</cp:coreProperties>
</file>