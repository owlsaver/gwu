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6/11/2025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6/11/2025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NA</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a:bodyPr>
          <a:lstStyle/>
          <a:p>
            <a:r>
              <a:rPr lang="en-US" dirty="0"/>
              <a:t>I have completed drafting Chapter 3</a:t>
            </a:r>
          </a:p>
          <a:p>
            <a:r>
              <a:rPr lang="en-US" dirty="0"/>
              <a:t>Enhancements to project</a:t>
            </a:r>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a:bodyPr>
          <a:lstStyle/>
          <a:p>
            <a:r>
              <a:rPr lang="en-US" dirty="0"/>
              <a:t>None noted</a:t>
            </a:r>
          </a:p>
          <a:p>
            <a:endParaRPr lang="en-US" dirty="0"/>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a:bodyPr>
          <a:lstStyle/>
          <a:p>
            <a:r>
              <a:rPr lang="en-US" dirty="0"/>
              <a:t>Focus on Project</a:t>
            </a:r>
          </a:p>
          <a:p>
            <a:r>
              <a:rPr lang="en-US" dirty="0"/>
              <a:t>Start looking at measurements</a:t>
            </a:r>
          </a:p>
          <a:p>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8546</TotalTime>
  <Words>3511</Words>
  <Application>Microsoft Office PowerPoint</Application>
  <PresentationFormat>On-screen Show (4:3)</PresentationFormat>
  <Paragraphs>511</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Michael</cp:lastModifiedBy>
  <cp:revision>273</cp:revision>
  <dcterms:created xsi:type="dcterms:W3CDTF">2020-01-15T21:27:56Z</dcterms:created>
  <dcterms:modified xsi:type="dcterms:W3CDTF">2025-06-12T02:52:01Z</dcterms:modified>
  <cp:category/>
</cp:coreProperties>
</file>