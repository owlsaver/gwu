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06" d="100"/>
          <a:sy n="106" d="100"/>
        </p:scale>
        <p:origin x="2010" y="11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9/17/2025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9/17/2025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32500" lnSpcReduction="20000"/>
          </a:bodyPr>
          <a:lstStyle/>
          <a:p>
            <a:r>
              <a:rPr lang="en-US" dirty="0"/>
              <a:t>Progress on my project continues:</a:t>
            </a:r>
          </a:p>
          <a:p>
            <a:pPr lvl="1"/>
            <a:r>
              <a:rPr lang="en-US" dirty="0"/>
              <a:t>I have resolved the issues with </a:t>
            </a:r>
            <a:r>
              <a:rPr lang="en-US" dirty="0" err="1"/>
              <a:t>LangExtract</a:t>
            </a:r>
            <a:r>
              <a:rPr lang="en-US" dirty="0"/>
              <a:t> on the </a:t>
            </a:r>
            <a:r>
              <a:rPr lang="en-US" b="1" dirty="0"/>
              <a:t>Small Legal Document</a:t>
            </a:r>
            <a:r>
              <a:rPr lang="en-US" dirty="0"/>
              <a:t> (the 82-page Conewago Township file). The process to generate the ground truth now runs reliably in about 15 minutes. The few remaining errors are minor and don't impact the results, so I consider this a successful milestone.</a:t>
            </a:r>
          </a:p>
          <a:p>
            <a:pPr lvl="1"/>
            <a:r>
              <a:rPr lang="en-US" dirty="0"/>
              <a:t>My primary focus was completing the ground truth generation for my key datasets. The process is now operational.</a:t>
            </a:r>
          </a:p>
          <a:p>
            <a:pPr lvl="2"/>
            <a:r>
              <a:rPr lang="en-US" b="1" dirty="0"/>
              <a:t>Test Files:</a:t>
            </a:r>
            <a:r>
              <a:rPr lang="en-US" dirty="0"/>
              <a:t> 4 files (1-5 pages) - ~4 minutes</a:t>
            </a:r>
          </a:p>
          <a:p>
            <a:pPr lvl="2"/>
            <a:r>
              <a:rPr lang="en-US" b="1" dirty="0"/>
              <a:t>Conewago Sewer Authority:</a:t>
            </a:r>
            <a:r>
              <a:rPr lang="en-US" dirty="0"/>
              <a:t> 1 file (82 pages) - ~15 minutes</a:t>
            </a:r>
          </a:p>
          <a:p>
            <a:pPr lvl="2"/>
            <a:r>
              <a:rPr lang="en-US" b="1" dirty="0"/>
              <a:t>Easttown Township:</a:t>
            </a:r>
            <a:r>
              <a:rPr lang="en-US" dirty="0"/>
              <a:t> 1 file (732 pages) - ~3 hours (nominal run time)</a:t>
            </a:r>
          </a:p>
          <a:p>
            <a:r>
              <a:rPr lang="en-US" dirty="0"/>
              <a:t>My primary focus has been on improving the performance of the LLM Consolidation step. After determining that an earlier attempt at batch processing did not yield significant speed improvements, I redesigned the node selection strategy.</a:t>
            </a:r>
          </a:p>
          <a:p>
            <a:pPr lvl="1"/>
            <a:r>
              <a:rPr lang="en-US" b="1" dirty="0"/>
              <a:t>Previous Method:</a:t>
            </a:r>
            <a:r>
              <a:rPr lang="en-US" dirty="0"/>
              <a:t> Randomly selected nodes and relationships for processing.</a:t>
            </a:r>
          </a:p>
          <a:p>
            <a:pPr lvl="1"/>
            <a:r>
              <a:rPr lang="en-US" b="1" dirty="0"/>
              <a:t>New Method:</a:t>
            </a:r>
            <a:r>
              <a:rPr lang="en-US" dirty="0"/>
              <a:t> Selects a single random node and all of its descendants for consolidation.</a:t>
            </a:r>
          </a:p>
          <a:p>
            <a:pPr lvl="1"/>
            <a:r>
              <a:rPr lang="en-US" dirty="0"/>
              <a:t>This new approach has proven highly effective, reducing processing time by approximately 66%. For example, a task that previously took 300 seconds now completes in about 100 seconds.</a:t>
            </a:r>
          </a:p>
          <a:p>
            <a:r>
              <a:rPr lang="en-US" b="1" dirty="0"/>
              <a:t>System Refinements:</a:t>
            </a:r>
            <a:endParaRPr lang="en-US" dirty="0"/>
          </a:p>
          <a:p>
            <a:pPr lvl="1"/>
            <a:r>
              <a:rPr lang="en-US" dirty="0"/>
              <a:t>I have implemented a new parameter to control the frequency of Long-Term Memory (LTM) processing. Previously, LTM consolidation only occurred at the end of a run. Based on initial testing, I have configured it to run after every five Short-Term Memory (STM) sets are processed, which should improve the iterative knowledge graph building.</a:t>
            </a:r>
          </a:p>
          <a:p>
            <a:r>
              <a:rPr lang="en-US" b="1" dirty="0"/>
              <a:t>Dataset Preparation for Experiments:</a:t>
            </a:r>
            <a:endParaRPr lang="en-US" dirty="0"/>
          </a:p>
          <a:p>
            <a:pPr lvl="1"/>
            <a:r>
              <a:rPr lang="en-US" dirty="0"/>
              <a:t>To test the system's robustness, I have generated new test files based on the Conewago base test file:</a:t>
            </a:r>
          </a:p>
          <a:p>
            <a:pPr lvl="2"/>
            <a:r>
              <a:rPr lang="en-US" dirty="0"/>
              <a:t>A file with a section removed.</a:t>
            </a:r>
          </a:p>
          <a:p>
            <a:pPr lvl="2"/>
            <a:r>
              <a:rPr lang="en-US" dirty="0"/>
              <a:t>A file with a random section from Easttown added.</a:t>
            </a:r>
          </a:p>
          <a:p>
            <a:pPr lvl="2"/>
            <a:r>
              <a:rPr lang="en-US" dirty="0"/>
              <a:t>A file with a specific Sewer Section (EMA) from Easttown added.</a:t>
            </a:r>
          </a:p>
          <a:p>
            <a:pPr lvl="1"/>
            <a:r>
              <a:rPr lang="en-US" dirty="0"/>
              <a:t>I have also completed the ground truth generation for all four Conewago-based files, which will allow for accurate performance evaluation.</a:t>
            </a:r>
          </a:p>
          <a:p>
            <a:r>
              <a:rPr lang="en-US" dirty="0"/>
              <a:t>Implemented Neo4j Database Dump and load</a:t>
            </a:r>
          </a:p>
          <a:p>
            <a:r>
              <a:rPr lang="en-US" dirty="0"/>
              <a:t>Refactored code to streamline some processing</a:t>
            </a:r>
          </a:p>
          <a:p>
            <a:r>
              <a:rPr lang="en-US" dirty="0"/>
              <a:t>Continued drafting my Chapter 4</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Gemini 2.5 Pro performs significantly slower than OpenAI GPT 4.1</a:t>
            </a:r>
          </a:p>
          <a:p>
            <a:r>
              <a:rPr lang="en-US" dirty="0"/>
              <a:t>Batching provided no performance boost</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Run experiments on the </a:t>
            </a:r>
            <a:r>
              <a:rPr lang="en-US" dirty="0" err="1"/>
              <a:t>Conewego</a:t>
            </a:r>
            <a:r>
              <a:rPr lang="en-US"/>
              <a:t> Documents</a:t>
            </a:r>
            <a:endParaRPr lang="en-US" dirty="0"/>
          </a:p>
          <a:p>
            <a:r>
              <a:rPr lang="en-US" dirty="0"/>
              <a:t>Complete draft of chapter 4</a:t>
            </a:r>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8596</TotalTime>
  <Words>3902</Words>
  <Application>Microsoft Office PowerPoint</Application>
  <PresentationFormat>On-screen Show (4:3)</PresentationFormat>
  <Paragraphs>530</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279</cp:revision>
  <dcterms:created xsi:type="dcterms:W3CDTF">2020-01-15T21:27:56Z</dcterms:created>
  <dcterms:modified xsi:type="dcterms:W3CDTF">2025-09-18T02:24:46Z</dcterms:modified>
  <cp:category/>
</cp:coreProperties>
</file>