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316" r:id="rId3"/>
  </p:sldIdLst>
  <p:sldSz cx="12192000" cy="68580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iDNVSbFq7dyO4335j4J4+rkAm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A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80" Type="http://customschemas.google.com/relationships/presentationmetadata" Target="metadata"/><Relationship Id="rId3" Type="http://schemas.openxmlformats.org/officeDocument/2006/relationships/slide" Target="slides/slide2.xml"/><Relationship Id="rId84" Type="http://schemas.openxmlformats.org/officeDocument/2006/relationships/tableStyles" Target="tableStyles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7719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sz="4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5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5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8"/>
          <p:cNvSpPr txBox="1">
            <a:spLocks noGrp="1"/>
          </p:cNvSpPr>
          <p:nvPr>
            <p:ph type="body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58"/>
          <p:cNvSpPr txBox="1">
            <a:spLocks noGrp="1"/>
          </p:cNvSpPr>
          <p:nvPr>
            <p:ph type="title"/>
          </p:nvPr>
        </p:nvSpPr>
        <p:spPr>
          <a:xfrm>
            <a:off x="1524000" y="1599247"/>
            <a:ext cx="9143999" cy="191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Arial"/>
              <a:buNone/>
              <a:defRPr sz="5400" b="1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Areas">
  <p:cSld name="Two Content Area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9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181599" cy="343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59"/>
          <p:cNvSpPr txBox="1">
            <a:spLocks noGrp="1"/>
          </p:cNvSpPr>
          <p:nvPr>
            <p:ph type="body" idx="2"/>
          </p:nvPr>
        </p:nvSpPr>
        <p:spPr>
          <a:xfrm>
            <a:off x="6172199" y="1825625"/>
            <a:ext cx="5181599" cy="343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59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sz="4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with Subtitles">
  <p:cSld name="Two Columns with Subtitle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0"/>
          <p:cNvSpPr txBox="1">
            <a:spLocks noGrp="1"/>
          </p:cNvSpPr>
          <p:nvPr>
            <p:ph type="body" idx="1"/>
          </p:nvPr>
        </p:nvSpPr>
        <p:spPr>
          <a:xfrm>
            <a:off x="836612" y="2505075"/>
            <a:ext cx="5176884" cy="276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body" idx="2"/>
          </p:nvPr>
        </p:nvSpPr>
        <p:spPr>
          <a:xfrm>
            <a:off x="6172200" y="1711496"/>
            <a:ext cx="5186362" cy="79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500"/>
              <a:buNone/>
              <a:defRPr sz="25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p60"/>
          <p:cNvSpPr txBox="1">
            <a:spLocks noGrp="1"/>
          </p:cNvSpPr>
          <p:nvPr>
            <p:ph type="body" idx="3"/>
          </p:nvPr>
        </p:nvSpPr>
        <p:spPr>
          <a:xfrm>
            <a:off x="6178505" y="2505075"/>
            <a:ext cx="5180057" cy="276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7" name="Google Shape;107;p60"/>
          <p:cNvSpPr txBox="1">
            <a:spLocks noGrp="1"/>
          </p:cNvSpPr>
          <p:nvPr>
            <p:ph type="body" idx="4"/>
          </p:nvPr>
        </p:nvSpPr>
        <p:spPr>
          <a:xfrm>
            <a:off x="836614" y="1712639"/>
            <a:ext cx="5183187" cy="79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500"/>
              <a:buNone/>
              <a:defRPr sz="25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p60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sz="4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1"/>
          <p:cNvSpPr txBox="1">
            <a:spLocks noGrp="1"/>
          </p:cNvSpPr>
          <p:nvPr>
            <p:ph type="body" idx="1"/>
          </p:nvPr>
        </p:nvSpPr>
        <p:spPr>
          <a:xfrm>
            <a:off x="457717" y="545091"/>
            <a:ext cx="5393266" cy="44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body" idx="2"/>
          </p:nvPr>
        </p:nvSpPr>
        <p:spPr>
          <a:xfrm>
            <a:off x="6231467" y="545092"/>
            <a:ext cx="5393266" cy="441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with Caption">
  <p:cSld name="Photo with Ca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>
            <a:spLocks noGrp="1"/>
          </p:cNvSpPr>
          <p:nvPr>
            <p:ph type="pic" idx="2"/>
          </p:nvPr>
        </p:nvSpPr>
        <p:spPr>
          <a:xfrm rot="344365">
            <a:off x="765923" y="687338"/>
            <a:ext cx="10591524" cy="3491307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>
            <a:off x="688489" y="4486019"/>
            <a:ext cx="10816984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- Option 1">
  <p:cSld name="Closing Slide - Option 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63" descr="A picture containing water, compute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3" descr="A picture containing bri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63" descr="A close up of a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Option 2">
  <p:cSld name="Title Slide - Option 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4" descr="A picture containing bir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4" descr="A picture containing bi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4"/>
          <p:cNvSpPr txBox="1">
            <a:spLocks noGrp="1"/>
          </p:cNvSpPr>
          <p:nvPr>
            <p:ph type="title"/>
          </p:nvPr>
        </p:nvSpPr>
        <p:spPr>
          <a:xfrm>
            <a:off x="690040" y="1204857"/>
            <a:ext cx="10799595" cy="191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  <a:defRPr sz="5400" b="1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4"/>
          <p:cNvSpPr txBox="1">
            <a:spLocks noGrp="1"/>
          </p:cNvSpPr>
          <p:nvPr>
            <p:ph type="body" idx="1"/>
          </p:nvPr>
        </p:nvSpPr>
        <p:spPr>
          <a:xfrm>
            <a:off x="699248" y="3324431"/>
            <a:ext cx="10771789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- Option 2">
  <p:cSld name="Closing Slide - Option 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65" descr="A picture containing screenshot, bir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5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65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6"/>
          <p:cNvSpPr txBox="1">
            <a:spLocks noGrp="1"/>
          </p:cNvSpPr>
          <p:nvPr>
            <p:ph type="body" idx="1"/>
          </p:nvPr>
        </p:nvSpPr>
        <p:spPr>
          <a:xfrm>
            <a:off x="839788" y="853439"/>
            <a:ext cx="515778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p66"/>
          <p:cNvSpPr txBox="1">
            <a:spLocks noGrp="1"/>
          </p:cNvSpPr>
          <p:nvPr>
            <p:ph type="body" idx="2"/>
          </p:nvPr>
        </p:nvSpPr>
        <p:spPr>
          <a:xfrm>
            <a:off x="839788" y="1444371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66"/>
          <p:cNvSpPr txBox="1">
            <a:spLocks noGrp="1"/>
          </p:cNvSpPr>
          <p:nvPr>
            <p:ph type="body" idx="3"/>
          </p:nvPr>
        </p:nvSpPr>
        <p:spPr>
          <a:xfrm>
            <a:off x="6172200" y="853439"/>
            <a:ext cx="518318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2" name="Google Shape;132;p66"/>
          <p:cNvSpPr txBox="1">
            <a:spLocks noGrp="1"/>
          </p:cNvSpPr>
          <p:nvPr>
            <p:ph type="body" idx="4"/>
          </p:nvPr>
        </p:nvSpPr>
        <p:spPr>
          <a:xfrm>
            <a:off x="6172200" y="1444371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66"/>
          <p:cNvSpPr txBox="1">
            <a:spLocks noGrp="1"/>
          </p:cNvSpPr>
          <p:nvPr>
            <p:ph type="title"/>
          </p:nvPr>
        </p:nvSpPr>
        <p:spPr>
          <a:xfrm>
            <a:off x="826008" y="218821"/>
            <a:ext cx="10515600" cy="488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5706C32-4A7F-904A-A159-858BADF285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A908DD-8A6B-CA4C-A972-B41A7779B8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B3494C34-0F3D-854E-AFF5-078C6756F1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36B4BA9-309F-334E-A8C9-AE868B6846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0704" y="495088"/>
            <a:ext cx="8389575" cy="2441160"/>
          </a:xfrm>
          <a:prstGeom prst="rect">
            <a:avLst/>
          </a:prstGeom>
        </p:spPr>
        <p:txBody>
          <a:bodyPr anchor="t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AC8EBA3-BD00-8C48-ADBA-8DABB356C0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0704" y="3167505"/>
            <a:ext cx="8389575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2">
                    <a:lumMod val="90000"/>
                  </a:schemeClr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719393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44" descr="A picture containing screenshot&#10;&#10;Description automatically generated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44" descr="A close up of a logo&#10;&#10;Description automatically generated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4" descr="A close up of a logo&#10;&#10;Description automatically generated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37BA-2E84-3549-8B00-4D6E2E7C8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025FF-B551-7A4B-9349-720975BC8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0704" y="1493687"/>
            <a:ext cx="8389575" cy="17526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Subtitle</a:t>
            </a:r>
          </a:p>
        </p:txBody>
      </p:sp>
      <p:pic>
        <p:nvPicPr>
          <p:cNvPr id="6" name="Google Shape;189;p5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144EF13A-4A0A-9C45-93FC-D5245FFD54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560418"/>
            <a:ext cx="5196113" cy="1163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0498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5" descr="Graphical user interface, tex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560418"/>
            <a:ext cx="5196113" cy="116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3;g1223c012a97_0_20">
            <a:extLst>
              <a:ext uri="{FF2B5EF4-FFF2-40B4-BE49-F238E27FC236}">
                <a16:creationId xmlns:a16="http://schemas.microsoft.com/office/drawing/2014/main" id="{3AB09C38-36D1-45AC-6C7A-95EA3C38D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3958" y="251587"/>
            <a:ext cx="10784084" cy="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Arial"/>
              <a:buNone/>
            </a:pPr>
            <a:r>
              <a:rPr lang="en-US" sz="5400" dirty="0"/>
              <a:t>Title</a:t>
            </a:r>
            <a:endParaRPr sz="5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E6D14-31BF-C14C-ACB7-783B6ECA2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6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17379</TotalTime>
  <Words>3</Words>
  <Application>Microsoft Macintosh PowerPoint</Application>
  <PresentationFormat>Widescreen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Arial</vt:lpstr>
      <vt:lpstr>Office Theme</vt:lpstr>
      <vt:lpstr>Title 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2022-23 Communications Plan</dc:title>
  <dc:creator>Healy, Devin Marie</dc:creator>
  <cp:lastModifiedBy>Sierra</cp:lastModifiedBy>
  <cp:revision>26</cp:revision>
  <dcterms:created xsi:type="dcterms:W3CDTF">2020-03-10T16:22:03Z</dcterms:created>
  <dcterms:modified xsi:type="dcterms:W3CDTF">2023-02-15T22:06:04Z</dcterms:modified>
</cp:coreProperties>
</file>